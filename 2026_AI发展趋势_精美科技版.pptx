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A1432"/>
              </a:gs>
              <a:gs pos="100000">
                <a:srgbClr val="002060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2026年人工智能发展趋势</a:t>
            </a:r>
            <a:br/>
            <a:r>
              <a:t>精美科技感深度报告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📋 精美目录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采用3x3网格卡片设计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每项都有图标和简短描述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视觉清晰，导航方便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📊 全球投资趋势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左侧卡片：2022-2026投资增长数据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右侧卡片：区域分布格局分析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底部卡片：投资主体构成统计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采用不同颜色边框区分内容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🚀 核心技术突破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大语言模型卡片：蓝色边框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机器人技术卡片：橙色边框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边缘AI卡片：紫色边框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每项技术都有具体突破点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🏭 产业应用价值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智能制造：.2万亿价值创造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智慧医疗：亿价值创造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智能金融：亿价值创造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每项都有具体效益数据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🤖 人形机器人案例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最新案例：克罗地亚机器人"通卡"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基于中国宇树科技G1平台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2026年2月亮相，展示流畅动作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商业化前景：服务、工业、特种机器人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⚡ AI+能源实践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国家能源集团"AI守岁"项目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覆盖4万台发电机组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年节省成本超千万元/电厂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环保效益：污染物100%达标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🇨🇳 中国AI特色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四大核心优势深度分析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应用场景丰富多元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数据资源规模巨大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政策支持体系完善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产业生态完整活跃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⚠️ 风险挑战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技术风险：算法偏见、数据安全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伦理监管：全球框架不统一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商业挑战：投资回报周期长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每项都有具体应对策略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🔮 2026年预测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1. 人形机器人进入家庭，销量超100万台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2. AI制造业渗透率超45%，价值.1万亿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3. 边缘AI芯片出货15亿，智能设备标配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4. 大模型推理成本降低70%，实时交互普及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</a:defRPr>
            </a:pPr>
            <a:r>
              <a:t>5. 中国贡献全球40%AI专利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🎯 战略建议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企业层面：制定AI转型路线图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技术层面：关注行业大模型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政策层面：完善法律法规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总结：AI从技术突破转向价值创造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