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OpenClaw 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47C20"/>
                </a:solidFill>
              </a:defRPr>
            </a:pPr>
            <a:r>
              <a:t>打造你的AI智能助理 - 从安装到精通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演讲者: 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关于我 &amp; 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关于我（季）：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OpenClaw深度用户，华为昇腾生态建设者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AI技术爱好者，实战经验丰富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今天你将学到：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OpenClaw核心概念与架构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完整部署流程与最佳实践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记忆系统与Skills深度应用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6个真实案例实战演示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从入门到精通的完整路径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什么是OpenClaw？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定义：OpenClaw是一个AI智能体平台，让AI从"聊天"进化到"执行"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核心区别：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ChatGPT/Claude：问答对话，知识回答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OpenClaw：任务执行，操作外部系统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一句话总结：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OpenClaw = 大模型大脑 + Skills手脚 + 记忆系统 + 多平台接入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OpenClaw 核心架构详解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三层架构：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Gateway（网关层）：消息路由、多平台接入、本地运行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Agent（智能体层）：总指挥+8个专业Agent、模型管理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Skills（技能层）：5400+精选技能、声明式配置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类比理解：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大脑 = 大语言模型（理解推理）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神经系统 = Gateway（信息传递）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手脚 = Skills（执行操作）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记忆 = Memory系统（经验积累）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为什么选择OpenClaw？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5大核心优势：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完全开源：GitHub 297k+ Stars，代码透明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本地部署：数据不出本地，隐私安全可控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多平台支持：20+消息渠道，微信钉钉飞书等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主动执行：定时任务、自动监控，真正解放双手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生态丰富：13,729+注册技能，5,490+精选技能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安装前准备清单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系统要求：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macOS 12+ / Linux / Windows 10+ (WSL2)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Node.js 18+ (推荐20 LTS)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RAM: 4GB+ (推荐8GB)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必要账号：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大模型API Key（Moonshot/Deepseek/Minimax）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消息平台账号（飞书/钉钉等，可选）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建议配置：VS Code、iTerm2、Git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安装步骤详解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安装Node.js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brew install node@20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安装OpenClaw CLI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npm install -g openclaw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初始化配置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openclaw init &amp;&amp; openclaw gateway start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配置大模型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openclaw configure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验证安装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openclaw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安装核心 Skills（信息获取类）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Clawsec - 安全防护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clawhub install clawsec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安装前自动安全扫描，三档评级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Tavily Search - AI实时搜索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clawhub install tavily-search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解决知识截止问题，每月1000次免费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Multi Search Engine - 多引擎聚合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clawhub install multi-search-engine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17个搜索引擎，无需API Key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安装核心 Skills（办公与进化类）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Self-Improving Agent - 自我进化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自动记录错误和经验，持续学习优化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Proactive Agent - 主动服务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心跳机制，任务监控，主动提醒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GitHub - 代码管理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自然语言操作GitHub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7. Office-Automation - 办公助手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日程、邮件、文档、数据分析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安装后验证与常见问题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验证安装：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--version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gateway status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config 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常见问题：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npm安装失败：使用国内镜像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Gateway启动失败：检查端口占用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API Key错误：重新配置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技能安装失败：检查网络或手动安装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47C20"/>
                </a:solidFill>
              </a:defRPr>
            </a:pPr>
            <a: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记忆系统与Skills深度应用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记忆系统架构全景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为什么需要记忆系统？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大模型每次对话都是"全新的"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无法跨会话保持上下文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无法积累经验和偏好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三层记忆体系：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会话级记忆：当前对话，临时数据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项目级记忆：持久化存储，核心配置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技能级记忆：技能配置，行为规则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核心记忆文件详解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SOUL.md - 身份定义：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我是谁、核心原则、性格特点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MEMORY.md - 核心记忆：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核心决策、定时任务、技术配置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AGENTS.md - Agent配置：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8个Agent职责、任务派发规则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USER.md - 用户画像：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老板信息、技术兴趣、工作习惯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TOOLS.md - 工具配置：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邮箱配置、API密钥、常用路径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学习记录系统实战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为什么记录学习？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AI会犯同样的错误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用户纠正应该被记住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成功经验应该复用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三种学习记录：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LEARNINGS.md - 成功经验、最佳实践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ERRORS.md - 错误记录、故障排查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FEATURE_REQUESTS.md - 功能需求、改进建议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记忆系统维护策略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每周回顾（周日）：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检查新增学习记录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识别重复模式（3次以上）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提取核心学习点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如记录&gt;10条，执行归档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每月归档（月末）：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归档到archive/monthly/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生成月度摘要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清理活跃记录（≤10条）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每季审查（季末）：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审查MEMORY.md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更新AGENTS.md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季度总结归档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Skills深度应用 - 信息获取类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Tavily Search 高级用法：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基础搜索：search.sh "关键词"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深度搜索：search.sh "关键词" advanced 10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时间过滤：搜索最近7天内容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Multi Search Engine 高级用法：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站内搜索：site:zhihu.com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文件类型：filetype:pdf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多引擎对比：中文/英文/技术内容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Skills深度应用 - 自我进化类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Self-Improving Agent：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启用Hook自动记录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手动记录学习（纠正/错误/新方法）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自动检索历史记录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Proactive Agent：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心跳机制：每15分钟自动唤醒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任务监控：持续跟踪进行中任务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主动提醒：不用问，主动推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生成7个配置文件：SOUL.md、AGENTS.md等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Skills深度应用 - 办公自动化类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Office-Automation 功能矩阵：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日程管理：会议安排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邮件处理：自动发送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文档编辑：报告生成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数据分析：Excel处理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GitHub Skill 实战：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搜索仓库：gh search repos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管理Issues：gh issue list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PR审查：gh pr 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Skills开发入门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Skill目录结构：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SKILL.md（技能说明）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scripts/（可执行脚本）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assets/（资源文件）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_meta.json（元数据）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开发流程：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创建目录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编写SKILL.md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编写执行脚本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测试调试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发布到ClawHub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记忆检索优化实战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问题：Memory Search太慢（300秒超时）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解决方案：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禁用慢速功能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memory_search.enabled = false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关键词索引系统（INDEX.md）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快速定位信息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分类存储学习记录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by-topic/email.md、cron.md等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优化效果：5-300秒 → &lt;1秒（300倍提升）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故障排查与调试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常见问题诊断：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响应慢：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检查模型响应时间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禁用慢速功能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技能失效：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clawhub list 检查状态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查看技能日志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记忆丢失：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检查记忆文件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验证文件内容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47C20"/>
                </a:solidFill>
              </a:defRPr>
            </a:pPr>
            <a: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实战案例深度解析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案例1 - 定时任务自动化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场景：每天早上自动获取AI新闻并发送邮件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工作流程：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06:30 定时触发 → Tavily搜索 → 整理Markdown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生成HTML → 发送邮件 → 飞书通知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实际运行数据：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已稳定运行3个月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成功率99.5%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平均耗时3分52秒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扩展：OpenClaw新闻监控、健康科研监控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案例2 - 邮件自动化系统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场景：多场景自动邮件发送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邮件发送矩阵：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AI新闻：每天06:30 → QQ+华为邮箱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健康报告：每天08:30 → QQ+华为邮箱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股票预警：实时触发 → 老板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任务完成：即时 → 老板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技术架构：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auto_send_email.sh（AI新闻）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send_health_email.sh（健康报告）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SMTP配置（QQ邮箱）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案例3 - 语音交互系统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场景：语音输入 + 语音回复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技术栈：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TTS引擎：Azure TTS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音色：zh-CN-XiaoyiNeural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语速：+30%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输出：MP3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使用场景：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新闻播报、消息提醒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内容朗读、多语言支持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流程：文本 → Azure TTS → MP3 → 飞书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案例4 - 智能内容生成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场景：自动撰写各类报告和文章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内容生成矩阵：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AI新闻摘要：5分钟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竞品分析报告：10分钟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技术博客：15分钟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微信公众号：20分钟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实际案例：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伊朗战争局势分析（3分钟）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OpenClaw技能总结（5分钟）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案例5 - Agent团队协作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5C8A"/>
                </a:solidFill>
              </a:defRPr>
            </a:pPr>
            <a:r>
              <a:t>Agent团队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总指挥(main)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任务识别与分发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笔杆子(creator)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内容创作与编辑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参谋(canmou)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深度研究与分析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进化官(jinhua)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代码开发与优化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交易官(jiaoyi)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股票监控与分析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社区官(shequ)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社区运营与管理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47C20"/>
                </a:solidFill>
              </a:defRPr>
            </a:pPr>
            <a:r>
              <a:t>协作流程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任务识别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分析用户需求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确定任务类型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Agent派发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选择合适Agent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分配子任务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并行执行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多个Agent同时工作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提高效率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结果汇总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整合各Agent输出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统一汇报给老板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案例6 - 一键生成公众号文章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场景：多Agent协作撰写微信公众号文章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工作流程：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老板提出需求（主题、字数、风格）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参谋Agent深度调研（3分29秒）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笔杆子Agent撰写文章（50秒）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尝试API自动发布（遇到限制）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生成手工发布辅助工具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成果：调研报告 + 2800字文章 + 发布辅助工具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总耗时：4分19秒（传统方式需数小时）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案例6 - 技术亮点与经验总结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技术亮点：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多Agent协作：参谋（左脑）+ 笔杆子（右脑）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错误处理：API失败→第三方工具→手工辅助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格式优化：Markdown → 微信友好格式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经验总结：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多Agent协作能大幅提升效率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遇到限制时要有备选方案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自动化+人工辅助是最佳实践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持续优化工作流程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高级技巧 - 性能优化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问题诊断：响应慢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优化方案：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禁用慢速功能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memory_search.enabled = false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关键词索引系统（INDEX.md）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预加载核心文件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SOUL.md、MEMORY.md、INDEX.md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优化效果：5-300秒 → &lt;1秒（300倍提升）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高级技巧 - 安全与隐私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本地优先架构优势：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数据安全：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数据不出本地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不依赖云端服务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可完全离线运行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隐私保护：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聊天记录本地存储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API Key本地加密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自主控制数据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安全配置：文件权限、环境变量、定期备份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高级技巧 - 扩展与定制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自定义Agent：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配置专属Agent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指定模型和Skills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自定义Skill开发：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创建Skill目录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编写SKILL.md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编写执行脚本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发布到ClawHub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集成外部服务：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企业微信、钉钉、Slack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故障排查完整指南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系统化排查流程：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收集信息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--version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openclaw status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查看日志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定位问题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网络连接测试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API Key验证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技能测试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解决问题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重启Gateway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重新配置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更新到最新版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价值总结与最佳实践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OpenClaw核心价值：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效率提升：自动化任务，效率提升10倍+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成本降低：开源免费，本地部署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能力扩展：5400+技能生态，持续进化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最佳实践：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DO：定期备份、记录经验、使用版本控制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DON'T：硬编码敏感信息、忽视安全扫描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谢谢聆听！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47C20"/>
                </a:solidFill>
              </a:defRPr>
            </a:pPr>
            <a:r>
              <a:t>Q&amp;A 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