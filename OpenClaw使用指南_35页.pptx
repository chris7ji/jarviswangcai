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OpenClaw 使用指南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47C20"/>
                </a:solidFill>
              </a:defRPr>
            </a:pPr>
            <a:r>
              <a:t>打造你的AI智能助理 - 从安装到精通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演讲者: 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关于我 &amp; 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关于我（季）：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OpenClaw深度用户，华为昇腾生态建设者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AI技术爱好者，实战经验丰富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今天你将学到：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OpenClaw核心概念与架构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完整部署流程与最佳实践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记忆系统与Skills深度应用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6个真实案例实战演示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从入门到精通的完整路径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什么是OpenClaw？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定义：OpenClaw是一个AI智能体平台，让AI从聊天进化到执行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核心区别：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ChatGPT/Claude：问答对话，知识回答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OpenClaw：任务执行，操作外部系统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一句话总结：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OpenClaw = 大模型大脑 + Skills手脚 + 记忆系统 + 多平台接入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OpenClaw 核心架构详解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三层架构：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Gateway（网关层）：消息路由、多平台接入、本地运行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Agent（智能体层）：总指挥+8个专业Agent、模型管理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Skills（技能层）：5400+精选技能、声明式配置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类比理解：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大脑 = 大语言模型（理解推理）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神经系统 = Gateway（信息传递）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手脚 = Skills（执行操作）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记忆 = Memory系统（经验积累）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为什么选择OpenClaw？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5大核心优势：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完全开源：GitHub 297k+ Stars，代码透明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本地部署：数据不出本地，隐私安全可控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多平台支持：20+消息渠道，微信钉钉飞书等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主动执行：定时任务、自动监控，真正解放双手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生态丰富：13,729+注册技能，5,490+精选技能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安装前准备清单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系统要求：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macOS 12+ / Linux / Windows 10+ (WSL2)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Node.js 18+ (推荐20 LTS)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RAM: 4GB+ (推荐8GB)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必要账号：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大模型API Key（Moonshot/Deepseek/Minimax）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消息平台账号（飞书/钉钉等，可选）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建议配置：VS Code、iTerm2、Git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安装步骤详解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安装Node.js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brew install node@20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安装OpenClaw CLI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npm install -g openclaw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初始化配置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openclaw init &amp;&amp; openclaw gateway start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配置大模型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openclaw configure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验证安装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openclaw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安装核心 Skills（信息获取类）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Clawsec - 安全防护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clawhub install clawsec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安装前自动安全扫描，三档评级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Tavily Search - AI实时搜索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clawhub install tavily-search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解决知识截止问题，每月1000次免费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Multi Search Engine - 多引擎聚合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clawhub install multi-search-engine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17个搜索引擎，无需API 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安装核心 Skills（办公与进化类）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Self-Improving Agent - 自我进化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自动记录错误和经验，持续学习优化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Proactive Agent - 主动服务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心跳机制，任务监控，主动提醒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GitHub - 代码管理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自然语言操作GitHub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Office-Automation - 办公助手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日程、邮件、文档、数据分析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安装后验证与常见问题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验证安装：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 --version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 gateway status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 config list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常见问题：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npm安装失败：使用国内镜像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Gateway启动失败：检查端口占用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API Key错误：重新配置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技能安装失败：检查网络或手动安装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47C20"/>
                </a:solidFill>
              </a:defRPr>
            </a:pPr>
            <a: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记忆系统与Skills深度应用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