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2060"/>
                </a:solidFill>
              </a:defRPr>
            </a:pPr>
            <a:r>
              <a:t>2026年人工智能发展趋势</a:t>
            </a:r>
          </a:p>
          <a:p>
            <a:r>
              <a:t>预测及洞察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从技术突破到产业应用的全面展望</a:t>
            </a:r>
          </a:p>
          <a:p>
            <a:r>
              <a:t>生成时间: 2026年03月02日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 b="1"/>
            </a:pPr>
            <a:r>
              <a:t>1. 全球AI发展现状概览</a:t>
            </a:r>
          </a:p>
          <a:p>
            <a:pPr>
              <a:spcAft>
                <a:spcPts val="1000"/>
              </a:spcAft>
              <a:defRPr sz="2000" b="1"/>
            </a:pPr>
            <a:r>
              <a:t>2. 核心技术突破趋势</a:t>
            </a:r>
          </a:p>
          <a:p>
            <a:pPr>
              <a:spcAft>
                <a:spcPts val="1000"/>
              </a:spcAft>
              <a:defRPr sz="2000" b="1"/>
            </a:pPr>
            <a:r>
              <a:t>3. 产业应用深度分析</a:t>
            </a:r>
          </a:p>
          <a:p>
            <a:pPr>
              <a:spcAft>
                <a:spcPts val="1000"/>
              </a:spcAft>
              <a:defRPr sz="2000" b="1"/>
            </a:pPr>
            <a:r>
              <a:t>4. 人形机器人商业化加速</a:t>
            </a:r>
          </a:p>
          <a:p>
            <a:pPr>
              <a:spcAft>
                <a:spcPts val="1000"/>
              </a:spcAft>
              <a:defRPr sz="2000" b="1"/>
            </a:pPr>
            <a:r>
              <a:t>5. AI+能源：智能电网新范式</a:t>
            </a:r>
          </a:p>
          <a:p>
            <a:pPr>
              <a:spcAft>
                <a:spcPts val="1000"/>
              </a:spcAft>
              <a:defRPr sz="2000" b="1"/>
            </a:pPr>
            <a:r>
              <a:t>6. 大模型产业化路径</a:t>
            </a:r>
          </a:p>
          <a:p>
            <a:pPr>
              <a:spcAft>
                <a:spcPts val="1000"/>
              </a:spcAft>
              <a:defRPr sz="2000" b="1"/>
            </a:pPr>
            <a:r>
              <a:t>7. 政策与投资风向</a:t>
            </a:r>
          </a:p>
          <a:p>
            <a:pPr>
              <a:spcAft>
                <a:spcPts val="1000"/>
              </a:spcAft>
              <a:defRPr sz="2000" b="1"/>
            </a:pPr>
            <a:r>
              <a:t>8. 中国AI发展特色</a:t>
            </a:r>
          </a:p>
          <a:p>
            <a:pPr>
              <a:spcAft>
                <a:spcPts val="1000"/>
              </a:spcAft>
              <a:defRPr sz="2000" b="1"/>
            </a:pPr>
            <a:r>
              <a:t>9. 风险与挑战</a:t>
            </a:r>
          </a:p>
          <a:p>
            <a:pPr>
              <a:spcAft>
                <a:spcPts val="1000"/>
              </a:spcAft>
              <a:defRPr sz="2000" b="1"/>
            </a:pPr>
            <a:r>
              <a:t>10. 2026年关键预测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全球AI发展现状概览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📊 2025年全球AI投资规模突破6500亿美元</a:t>
            </a:r>
          </a:p>
          <a:p>
            <a:pPr>
              <a:defRPr sz="2000"/>
            </a:pPr>
            <a:r>
              <a:t>🚀 从实验室研究转向规模化商业应用</a:t>
            </a:r>
          </a:p>
          <a:p>
            <a:pPr>
              <a:defRPr sz="2000"/>
            </a:pPr>
            <a:r>
              <a:t>🌍 中美欧三足鼎立，新兴市场快速崛起</a:t>
            </a:r>
          </a:p>
          <a:p>
            <a:pPr>
              <a:defRPr sz="2000"/>
            </a:pPr>
            <a:r>
              <a:t>💡 企业AI采用率从25%提升至45%</a:t>
            </a:r>
          </a:p>
          <a:p>
            <a:pPr>
              <a:defRPr sz="2000"/>
            </a:pPr>
            <a:r>
              <a:t>🔬 基础研究与应用创新双轮驱动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核心技术突破趋势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🧠 大模型演进：从千亿到万亿参数，推理能力突破</a:t>
            </a:r>
          </a:p>
          <a:p>
            <a:pPr>
              <a:defRPr sz="1800"/>
            </a:pPr>
            <a:r>
              <a:t>👁️ 多模态融合：文本、图像、视频、3D统一理解</a:t>
            </a:r>
          </a:p>
          <a:p>
            <a:pPr>
              <a:defRPr sz="1800"/>
            </a:pPr>
            <a:r>
              <a:t>🤖 具身智能：机器人感知-决策-执行闭环成熟</a:t>
            </a:r>
          </a:p>
          <a:p>
            <a:pPr>
              <a:defRPr sz="1800"/>
            </a:pPr>
            <a:r>
              <a:t>📱 边缘AI：端侧设备智能化普及，功耗降低50%</a:t>
            </a:r>
          </a:p>
          <a:p>
            <a:pPr>
              <a:defRPr sz="1800"/>
            </a:pPr>
            <a:r>
              <a:t>🔗 联邦学习：隐私保护下的协同训练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产业应用深度分析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🏭 制造业：AI质检准确率&gt;99%，预测性维护减少停机30%</a:t>
            </a:r>
          </a:p>
          <a:p>
            <a:pPr>
              <a:defRPr sz="1800"/>
            </a:pPr>
            <a:r>
              <a:t>🏥 医疗健康：AI辅助诊断覆盖300+疾病，药物研发周期缩短40%</a:t>
            </a:r>
          </a:p>
          <a:p>
            <a:pPr>
              <a:defRPr sz="1800"/>
            </a:pPr>
            <a:r>
              <a:t>💰 金融服务：智能风控坏账率降低25%，量化交易收益提升</a:t>
            </a:r>
          </a:p>
          <a:p>
            <a:pPr>
              <a:defRPr sz="1800"/>
            </a:pPr>
            <a:r>
              <a:t>🎓 教育科技：个性化学习系统提升学习效率35%</a:t>
            </a:r>
          </a:p>
          <a:p>
            <a:pPr>
              <a:defRPr sz="1800"/>
            </a:pPr>
            <a:r>
              <a:t>🛒 零售电商：智能推荐提升转化率20%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人形机器人商业化加速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🤸 最新案例：克罗地亚人形机器人'通卡'亮相（2026年2月）</a:t>
            </a:r>
          </a:p>
          <a:p>
            <a:pPr>
              <a:defRPr sz="1800"/>
            </a:pPr>
            <a:r>
              <a:t>🔧 技术平台：基于中国宇树科技G1平台打造</a:t>
            </a:r>
          </a:p>
          <a:p>
            <a:pPr>
              <a:defRPr sz="1800"/>
            </a:pPr>
            <a:r>
              <a:t>💃 能力展示：流畅舞姿和功夫动作，吸引全球关注</a:t>
            </a:r>
          </a:p>
          <a:p>
            <a:pPr>
              <a:defRPr sz="1800"/>
            </a:pPr>
            <a:r>
              <a:t>🌐 国际合作：中克技术合作典范</a:t>
            </a:r>
          </a:p>
          <a:p>
            <a:pPr>
              <a:defRPr sz="1800"/>
            </a:pPr>
            <a:r>
              <a:t>📈 商业化：从实验室演示到服务机器人、工业应用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AI+能源：智能电网新范式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⚡ 案例：国家能源集团'AI守岁'项目</a:t>
            </a:r>
          </a:p>
          <a:p>
            <a:pPr>
              <a:defRPr sz="1800"/>
            </a:pPr>
            <a:r>
              <a:t>🔥 智能配煤：AI分析煤质参数，生成最优方案</a:t>
            </a:r>
          </a:p>
          <a:p>
            <a:pPr>
              <a:defRPr sz="1800"/>
            </a:pPr>
            <a:r>
              <a:t>🔧 设备预警：提前发现故障，预警准确率大幅提升</a:t>
            </a:r>
          </a:p>
          <a:p>
            <a:pPr>
              <a:defRPr sz="1800"/>
            </a:pPr>
            <a:r>
              <a:t>💰 经济效益：年节省燃料成本超千万元</a:t>
            </a:r>
          </a:p>
          <a:p>
            <a:pPr>
              <a:defRPr sz="1800"/>
            </a:pPr>
            <a:r>
              <a:t>🌱 环保效益：污染物达标排放，供电煤耗降低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大模型产业化路径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🏢 行业大模型：金融、医疗、法律等垂直领域专业化</a:t>
            </a:r>
          </a:p>
          <a:p>
            <a:pPr>
              <a:defRPr sz="1800"/>
            </a:pPr>
            <a:r>
              <a:t>🔓 开源生态：降低技术门槛，促进创新应用</a:t>
            </a:r>
          </a:p>
          <a:p>
            <a:pPr>
              <a:defRPr sz="1800"/>
            </a:pPr>
            <a:r>
              <a:t>💼 商业化模式：API服务、私有化部署、SaaS平台</a:t>
            </a:r>
          </a:p>
          <a:p>
            <a:pPr>
              <a:defRPr sz="1800"/>
            </a:pPr>
            <a:r>
              <a:t>🇨🇳 中国实践：'擎源'等行业大模型成功应用</a:t>
            </a:r>
          </a:p>
          <a:p>
            <a:pPr>
              <a:defRPr sz="1800"/>
            </a:pPr>
            <a:r>
              <a:t>🔄 迭代升级：从通用能力到行业know-how深度结合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政策与投资风向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📜 政策支持：各国推出AI发展战略与监管框架</a:t>
            </a:r>
          </a:p>
          <a:p>
            <a:pPr>
              <a:defRPr sz="1800"/>
            </a:pPr>
            <a:r>
              <a:t>💸 投资热点：AI芯片、机器人、行业应用受青睐</a:t>
            </a:r>
          </a:p>
          <a:p>
            <a:pPr>
              <a:defRPr sz="1800"/>
            </a:pPr>
            <a:r>
              <a:t>👥 人才竞争：全球AI人才流动加速，培养体系完善</a:t>
            </a:r>
          </a:p>
          <a:p>
            <a:pPr>
              <a:defRPr sz="1800"/>
            </a:pPr>
            <a:r>
              <a:t>⚖️ 标准制定：技术标准与伦理规范逐步建立</a:t>
            </a:r>
          </a:p>
          <a:p>
            <a:pPr>
              <a:defRPr sz="1800"/>
            </a:pPr>
            <a:r>
              <a:t>🤝 国际合作：技术交流与标准互认加强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2026年关键预测与总结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🔮 5大关键预测：</a:t>
            </a:r>
          </a:p>
          <a:p>
            <a:pPr lvl="1">
              <a:defRPr sz="1800" b="0"/>
            </a:pPr>
            <a:r>
              <a:t>  1. 人形机器人进入规模化应用阶段</a:t>
            </a:r>
          </a:p>
          <a:p>
            <a:pPr lvl="1">
              <a:defRPr sz="1800" b="0"/>
            </a:pPr>
            <a:r>
              <a:t>  2. AI在传统行业渗透率超过30%</a:t>
            </a:r>
          </a:p>
          <a:p>
            <a:pPr lvl="1">
              <a:defRPr sz="1800" b="0"/>
            </a:pPr>
            <a:r>
              <a:t>  3. 边缘AI设备出货量突破10亿台</a:t>
            </a:r>
          </a:p>
          <a:p>
            <a:pPr lvl="1">
              <a:defRPr sz="1800" b="0"/>
            </a:pPr>
            <a:r>
              <a:t>  4. 中国在AI应用层领先优势进一步扩大</a:t>
            </a:r>
          </a:p>
          <a:p>
            <a:pPr lvl="1">
              <a:defRPr sz="1800" b="0"/>
            </a:pPr>
            <a:r>
              <a:t>  5. AI伦理与治理成为全球焦点议题</a:t>
            </a:r>
          </a:p>
          <a:p>
            <a:pPr>
              <a:defRPr sz="1800" b="0"/>
            </a:pPr>
          </a:p>
          <a:p>
            <a:pPr>
              <a:defRPr sz="2000" b="1"/>
            </a:pPr>
            <a:r>
              <a:t>💎 核心总结：</a:t>
            </a:r>
          </a:p>
          <a:p>
            <a:pPr lvl="1">
              <a:defRPr sz="1800" b="0"/>
            </a:pPr>
            <a:r>
              <a:t>  AI正从'技术驱动'转向'价值创造'阶段</a:t>
            </a:r>
          </a:p>
          <a:p>
            <a:pPr lvl="1">
              <a:defRPr sz="1800" b="0"/>
            </a:pPr>
            <a:r>
              <a:t>  技术与产业深度融合成为主旋律</a:t>
            </a:r>
          </a:p>
          <a:p>
            <a:pPr lvl="1">
              <a:defRPr sz="1800" b="0"/>
            </a:pPr>
            <a:r>
              <a:t>  中国在全球AI生态中扮演关键角色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