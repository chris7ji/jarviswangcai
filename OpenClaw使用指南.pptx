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OpenClaw 使用指南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47C20"/>
                </a:solidFill>
              </a:defRPr>
            </a:pPr>
            <a:r>
              <a:t>打造你的AI智能助理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演讲者: 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什么是OpenClaw？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OpenClaw 是AI智能体平台，不只是聊天对话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核心能力：理解意图 → 执行任务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与传统AI的区别：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ChatGPT/Claude: 聊天对话，回答问题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OpenClaw: 真正执行任务，自动化工作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核心架构：Gateway（网关）+ Agent（智能体）+ Skills（技能）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OpenClaw 核心架构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5C8A"/>
                </a:solidFill>
              </a:defRPr>
            </a:pPr>
            <a:r>
              <a:t>三层架构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Gateway（网关）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消息路由与分发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连接各通信渠道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Agent（智能体）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理解任务意图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调用Skills执行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Skills（技能）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具体功能实现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可扩展的工具集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7C20"/>
                </a:solidFill>
              </a:defRPr>
            </a:pPr>
            <a:r>
              <a:t>类比理解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大脑：大语言模型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负责理解和推理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手脚：Skills工具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执行具体操作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神经系统：Gateway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传递信息和指令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记忆：Memory系统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存储经验和偏好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安装前准备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系统要求：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macOS / Linux / Windows(WSL)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Node.js 18+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稳定的网络连接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必要账号：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大模型API Key（Kimi/Deepseek等）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飞书/钉钉等（可选，用于消息接收）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准备工作：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确保系统满足要求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准备好API Key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预留足够的磁盘空间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安装步骤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# 1. 安装 OpenClaw CLI</a:t>
            </a:r>
            <a:br/>
            <a:r>
              <a:t>npm install -g openclaw</a:t>
            </a:r>
            <a:br/>
            <a:br/>
            <a:r>
              <a:t># 2. 初始化配置</a:t>
            </a:r>
            <a:br/>
            <a:r>
              <a:t>openclaw init</a:t>
            </a:r>
            <a:br/>
            <a:br/>
            <a:r>
              <a:t># 3. 配置大模型</a:t>
            </a:r>
            <a:br/>
            <a:r>
              <a:t>openclaw configure</a:t>
            </a:r>
            <a:br/>
            <a:br/>
            <a:r>
              <a:t># 4. 验证安装</a:t>
            </a:r>
            <a:br/>
            <a:r>
              <a:t>openclaw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必装核心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Clawsec - 安全防护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安装Skills前自动安全扫描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Tavily Search - AI实时搜索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解决大模型知识截止问题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Multi Search Engine - 多引擎聚合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17个搜索引擎，智能分流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Self-Improving Agent - 自我进化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记录错误，持续学习优化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GitHub - 代码管理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自然语言操作GitHub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Office-Automation - 办公助手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日程、邮件、文档自动化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47C20"/>
                </a:solidFill>
              </a:defRPr>
            </a:pPr>
            <a: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记忆系统与Skills深度解析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记忆系统架构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5C8A"/>
                </a:solidFill>
              </a:defRPr>
            </a:pPr>
            <a:r>
              <a:t>三层记忆体系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会话级记忆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当前对话上下文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临时工作数据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项目级记忆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MEMORY.md 核心记忆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.learnings/ 学习记录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技能级记忆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SKILL.md 技能说明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AGENTS.md 配置规则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7C20"/>
                </a:solidFill>
              </a:defRPr>
            </a:pPr>
            <a:r>
              <a:t>核心记忆文件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SOUL.md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身份、性格、边界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MEMORY.md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核心决策和偏好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AGENTS.md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Agent团队配置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USER.md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老板信息和偏好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TOOLS.md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工具配置和环境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记忆系统实战：如何记录学习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学习记录 LEARNINGS.md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成功经验、最佳实践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用户纠正、更好的方法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错误记录 ERRORS.md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命令失败、API错误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知识过时、工具异常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功能请求 FEATURE_REQUESTS.md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缺失的能力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新功能需求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自动归档策略：每周回顾、每月归档、每季审查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 Skills：信息获取类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Tavily Search - AI优化搜索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结构化输出，不是网页链接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AI优化，减少文本处理负担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上下文感知，优化搜索关键词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Multi Search Engine - 多引擎聚合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17个搜索引擎（8国内+9国际）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无需API Key，智能分流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结果去重，综合呈现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使用建议：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实时新闻 → Tavily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综合研究 → Multi 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 Skills：自我进化类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Self-Improving Agent - 持续学习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自动监控命令执行结果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结构化记录到.learnings/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智能检索历史记录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Proactive Agent - 主动服务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心跳机制：每15分钟自动唤醒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任务监控：持续跟踪进行中的任务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自我迭代：优化工作流程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长期价值：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从被动执行到主动服务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越用越懂你的工作习惯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Skills 安装与管理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# 安装 Skills</a:t>
            </a:r>
            <a:br/>
            <a:r>
              <a:t>clawhub install &lt;skill-name&gt;</a:t>
            </a:r>
            <a:br/>
            <a:br/>
            <a:r>
              <a:t># 查看已安装</a:t>
            </a:r>
            <a:br/>
            <a:r>
              <a:t>clawhub list</a:t>
            </a:r>
            <a:br/>
            <a:br/>
            <a:r>
              <a:t># 更新 Skills</a:t>
            </a:r>
            <a:br/>
            <a:r>
              <a:t>clawhub update</a:t>
            </a:r>
            <a:br/>
            <a:br/>
            <a:r>
              <a:t># 搜索 Skills</a:t>
            </a:r>
            <a:br/>
            <a:r>
              <a:t>clawhub search &lt;keyword&gt;</a:t>
            </a:r>
            <a:br/>
            <a:br/>
            <a:r>
              <a:t># 查看技能信息</a:t>
            </a:r>
            <a:br/>
            <a:r>
              <a:t>clawhub info &lt;skill-name&gt;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47C20"/>
                </a:solidFill>
              </a:defRPr>
            </a:pPr>
            <a: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实战案例演示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案例1：定时任务设置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场景：每天早上自动获取AI新闻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配置步骤：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1. 创建定时任务（cron表达式）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2. 设置执行时间：06:30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3. 配置任务内容：搜索AI新闻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4. 设置通知方式：飞书+邮件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实际运行的定时任务：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AI新闻每日摘要 - 06:30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OpenClaw新闻监控 - 06:00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健康长寿科研成果 - 08:30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案例2：自动发送邮件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5F5F5"/>
          </a:solidFill>
          <a:ln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53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Courier New"/>
              </a:defRPr>
            </a:pPr>
            <a:r>
              <a:t># 邮件配置</a:t>
            </a:r>
            <a:br/>
            <a:r>
              <a:t>SMTP服务器: smtp.qq.com:465</a:t>
            </a:r>
            <a:br/>
            <a:r>
              <a:t>发件邮箱: 86940135@qq.com</a:t>
            </a:r>
            <a:br/>
            <a:r>
              <a:t>授权码: swqfjvmoupdebhgh</a:t>
            </a:r>
            <a:br/>
            <a:r>
              <a:t>收件人: 86940135@qq.com, jiyingguo@huawei.com</a:t>
            </a:r>
            <a:br/>
            <a:br/>
            <a:r>
              <a:t># 自动发送脚本</a:t>
            </a:r>
            <a:br/>
            <a:r>
              <a:t>bash auto_send_email.sh</a:t>
            </a:r>
            <a:br/>
            <a:br/>
            <a:r>
              <a:t># 发送内容</a:t>
            </a:r>
            <a:br/>
            <a:r>
              <a:t>• AI新闻每日摘要</a:t>
            </a:r>
            <a:br/>
            <a:r>
              <a:t>• 健康长寿科研报告</a:t>
            </a:r>
            <a:br/>
            <a:r>
              <a:t>• OpenClaw技术动态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案例3：语音交互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TTS语音合成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文本转语音，自动朗读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支持多种音色选择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可调节语速和音调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语音发送飞书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生成语音文件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自动发送到飞书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支持长文本分段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配置说明：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Azure TTS服务端点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首选音色：zh-CN-XiaoyiNeural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语速：+30%（比正常快30%）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案例4：自动撰写报告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工作流程：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1. 搜索相关资料（Tavily/Multi Search）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2. 整理内容结构（AI分析）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3. 生成Markdown格式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4. 转换为HTML/Word/PDF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实际案例：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OpenClaw技能总结文章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伊朗战争局势分析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自动表格生成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微信公众号文章撰写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输出格式：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Markdown、HTML、表格、PPT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案例5：Agent团队协作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5C8A"/>
                </a:solidFill>
              </a:defRPr>
            </a:pPr>
            <a:r>
              <a:t>Agent团队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总指挥(main)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任务识别与分发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笔杆子(creator)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内容创作与编辑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参谋(canmou)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深度研究与分析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进化官(jinhua)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代码开发与优化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交易官(jiaoyi)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股票监控与分析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社区官(shequ)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社区运营与管理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47C20"/>
                </a:solidFill>
              </a:defRPr>
            </a:pPr>
            <a:r>
              <a:t>协作流程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1. 任务识别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分析用户需求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确定任务类型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2. Agent派发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选择合适Agent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分配子任务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3. 并行执行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多个Agent同时工作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提高效率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4. 结果汇总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整合各Agent输出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  统一汇报给老板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案例6：一键生成公众号文章并发布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场景：多Agent协作撰写微信公众号文章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工作流程：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1. 老板提出需求（主题、字数、风格）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2. 参谋Agent深度调研（OpenClaw前世今生）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3. 笔杆子Agent撰写文章（2800字高质量文章）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4. 尝试API自动发布（遇到个人订阅号限制）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5. 生成手工发布辅助工具（优化格式+详细指南）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成果：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调研报告：GitHub 297k Stars等核心数据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高质量文章：5个部分，故事性强，金句频出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• 发布方案：API尝试→第三方工具→手工发布辅助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耗时：多Agent协作仅4分19秒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高级技巧与优化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记忆检索优化：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创建关键词索引（INDEX.md）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分类存储学习记录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禁用慢速memory_search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响应速度优化：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预加载核心记忆文件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缓存常用数据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使用快速路径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故障排查：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查看日志定位问题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记录错误到ERRORS.md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自动修复常见问题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OpenClaw 价值总结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核心价值：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从聊天到执行 - 真正完成任务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从被动到主动 - 主动推送信息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从通用到个性化 - 越用越懂你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适用场景：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信息收集与整理 - 新闻监控、研究报告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内容创作与编辑 - 文章撰写、报告生成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日常办公自动化 - 邮件、日程、提醒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技术开发辅助 - 代码、调试、GitHub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最终目标：</a:t>
            </a:r>
          </a:p>
          <a:p>
            <a:pPr lvl="1"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    • 成为你的AI智能助理，提升工作效率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谢谢聆听！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47C20"/>
                </a:solidFill>
              </a:defRPr>
            </a:pPr>
            <a:r>
              <a:t>Q&amp;A 欢迎交流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