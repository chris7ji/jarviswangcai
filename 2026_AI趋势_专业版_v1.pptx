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FFFFF"/>
                </a:solidFill>
              </a:defRPr>
            </a:pPr>
            <a:r>
              <a:t>2026年人工智能发展趋势</a:t>
            </a:r>
            <a:br/>
            <a:r>
              <a:t>深度预测与战略洞察报告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