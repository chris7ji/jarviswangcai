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4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2026年人工智能发展趋势</a:t>
            </a:r>
            <a:br/>
            <a:r>
              <a:t>深度预测报告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64C8FF"/>
                </a:solidFill>
              </a:defRPr>
            </a:pPr>
            <a:r>
              <a:t>科技驱动未来 · 数据洞察趋势 · 创新引领变革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报告核心摘要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📊 2026年全球AI市场：亿，年增长28%</a:t>
            </a:r>
          </a:p>
          <a:p>
            <a:pPr>
              <a:spcAft>
                <a:spcPts val="600"/>
              </a:spcAft>
              <a:defRPr sz="1800"/>
            </a:pPr>
            <a:r>
              <a:t>🚀 大模型突破：参数10万亿，推理成本降70%</a:t>
            </a:r>
          </a:p>
          <a:p>
            <a:pPr>
              <a:spcAft>
                <a:spcPts val="600"/>
              </a:spcAft>
              <a:defRPr sz="1800"/>
            </a:pPr>
            <a:r>
              <a:t>🤖 人形机器人：进入家庭，销量超100万台</a:t>
            </a:r>
          </a:p>
          <a:p>
            <a:pPr>
              <a:spcAft>
                <a:spcPts val="600"/>
              </a:spcAft>
              <a:defRPr sz="1800"/>
            </a:pPr>
            <a:r>
              <a:t>🏭 产业渗透：制造业从25%提升至45%</a:t>
            </a:r>
          </a:p>
          <a:p>
            <a:pPr>
              <a:spcAft>
                <a:spcPts val="600"/>
              </a:spcAft>
              <a:defRPr sz="1800"/>
            </a:pPr>
            <a:r>
              <a:t>⚡ 边缘AI：芯片出货15亿，端侧智能化</a:t>
            </a:r>
          </a:p>
          <a:p>
            <a:pPr>
              <a:spcAft>
                <a:spcPts val="600"/>
              </a:spcAft>
              <a:defRPr sz="1800"/>
            </a:pPr>
            <a:r>
              <a:t>🇨🇳 中国引领：贡献40%全球AI专利</a:t>
            </a:r>
          </a:p>
          <a:p>
            <a:pPr>
              <a:spcAft>
                <a:spcPts val="600"/>
              </a:spcAft>
              <a:defRPr sz="1800"/>
            </a:pPr>
            <a:r>
              <a:t>🔮 关键结论：AI从技术突破转向价值创造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全球投资趋势分析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📈 2022-2026投资增长轨迹</a:t>
            </a:r>
          </a:p>
          <a:p>
            <a:pPr lvl="1">
              <a:spcAft>
                <a:spcPts val="600"/>
              </a:spcAft>
              <a:defRPr sz="1600"/>
            </a:pPr>
            <a:r>
              <a:t>• 2022年：亿（基础研究）</a:t>
            </a:r>
          </a:p>
          <a:p>
            <a:pPr lvl="1">
              <a:spcAft>
                <a:spcPts val="600"/>
              </a:spcAft>
              <a:defRPr sz="1600"/>
            </a:pPr>
            <a:r>
              <a:t>• 2023年：亿（技术验证）</a:t>
            </a:r>
          </a:p>
          <a:p>
            <a:pPr lvl="1">
              <a:spcAft>
                <a:spcPts val="600"/>
              </a:spcAft>
              <a:defRPr sz="1600"/>
            </a:pPr>
            <a:r>
              <a:t>• 2024年：亿（商业化探索）</a:t>
            </a:r>
          </a:p>
          <a:p>
            <a:pPr lvl="1">
              <a:spcAft>
                <a:spcPts val="600"/>
              </a:spcAft>
              <a:defRPr sz="1600"/>
            </a:pPr>
            <a:r>
              <a:t>• 2025年：亿（规模应用）</a:t>
            </a:r>
          </a:p>
          <a:p>
            <a:pPr lvl="1">
              <a:spcAft>
                <a:spcPts val="600"/>
              </a:spcAft>
              <a:defRPr sz="1600"/>
            </a:pPr>
            <a:r>
              <a:t>• 2026预测：亿（价值深化）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🌍 区域分布格局</a:t>
            </a:r>
          </a:p>
          <a:p>
            <a:pPr lvl="1">
              <a:spcAft>
                <a:spcPts val="600"/>
              </a:spcAft>
              <a:defRPr sz="1600"/>
            </a:pPr>
            <a:r>
              <a:t>• 北美：42%（技术研发领先）</a:t>
            </a:r>
          </a:p>
          <a:p>
            <a:pPr lvl="1">
              <a:spcAft>
                <a:spcPts val="600"/>
              </a:spcAft>
              <a:defRPr sz="1600"/>
            </a:pPr>
            <a:r>
              <a:t>• 亚洲：38%（应用创新活跃）</a:t>
            </a:r>
          </a:p>
          <a:p>
            <a:pPr lvl="1">
              <a:spcAft>
                <a:spcPts val="600"/>
              </a:spcAft>
              <a:defRPr sz="1600"/>
            </a:pPr>
            <a:r>
              <a:t>• 欧洲：15%（伦理监管严格）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核心技术突破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🧠 大语言模型重大进展</a:t>
            </a:r>
          </a:p>
          <a:p>
            <a:pPr lvl="1">
              <a:spcAft>
                <a:spcPts val="600"/>
              </a:spcAft>
              <a:defRPr sz="1600"/>
            </a:pPr>
            <a:r>
              <a:t>• 参数规模：从万亿到十万亿级</a:t>
            </a:r>
          </a:p>
          <a:p>
            <a:pPr lvl="1">
              <a:spcAft>
                <a:spcPts val="600"/>
              </a:spcAft>
              <a:defRPr sz="1600"/>
            </a:pPr>
            <a:r>
              <a:t>• 推理成本：降低70%，实时交互普及</a:t>
            </a:r>
          </a:p>
          <a:p>
            <a:pPr lvl="1">
              <a:spcAft>
                <a:spcPts val="600"/>
              </a:spcAft>
              <a:defRPr sz="1600"/>
            </a:pPr>
            <a:r>
              <a:t>• 多模态能力：文本+图像+视频+3D统一</a:t>
            </a:r>
          </a:p>
          <a:p>
            <a:pPr lvl="1">
              <a:spcAft>
                <a:spcPts val="600"/>
              </a:spcAft>
              <a:defRPr sz="1600"/>
            </a:pPr>
            <a:r>
              <a:t>• 行业专业化：金融、医疗垂直大模型成熟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🤖 机器人技术商业化</a:t>
            </a:r>
          </a:p>
          <a:p>
            <a:pPr lvl="1">
              <a:spcAft>
                <a:spcPts val="600"/>
              </a:spcAft>
              <a:defRPr sz="1600"/>
            </a:pPr>
            <a:r>
              <a:t>• 人形机器人：成本万→万</a:t>
            </a:r>
          </a:p>
          <a:p>
            <a:pPr lvl="1">
              <a:spcAft>
                <a:spcPts val="600"/>
              </a:spcAft>
              <a:defRPr sz="1600"/>
            </a:pPr>
            <a:r>
              <a:t>• 运动控制：双足行走稳定性突破</a:t>
            </a:r>
          </a:p>
          <a:p>
            <a:pPr lvl="1">
              <a:spcAft>
                <a:spcPts val="600"/>
              </a:spcAft>
              <a:defRPr sz="1600"/>
            </a:pPr>
            <a:r>
              <a:t>• 感知交互：多传感器自然交互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产业应用深度分析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🏭 智能制造（创造.2万亿价值）</a:t>
            </a:r>
          </a:p>
          <a:p>
            <a:pPr lvl="1">
              <a:spcAft>
                <a:spcPts val="600"/>
              </a:spcAft>
              <a:defRPr sz="1600"/>
            </a:pPr>
            <a:r>
              <a:t>• 预测性维护：设备故障率降低40%</a:t>
            </a:r>
          </a:p>
          <a:p>
            <a:pPr lvl="1">
              <a:spcAft>
                <a:spcPts val="600"/>
              </a:spcAft>
              <a:defRPr sz="1600"/>
            </a:pPr>
            <a:r>
              <a:t>• 智能质检：效率提升300%，准确率&gt;99.9%</a:t>
            </a:r>
          </a:p>
          <a:p>
            <a:pPr lvl="1">
              <a:spcAft>
                <a:spcPts val="600"/>
              </a:spcAft>
              <a:defRPr sz="1600"/>
            </a:pPr>
            <a:r>
              <a:t>• 柔性生产：换线时间小时→分钟级</a:t>
            </a:r>
          </a:p>
          <a:p>
            <a:pPr lvl="1">
              <a:spcAft>
                <a:spcPts val="600"/>
              </a:spcAft>
              <a:defRPr sz="1600"/>
            </a:pPr>
            <a:r>
              <a:t>• 供应链优化：库存周转率提升35%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🏥 智慧医疗（创造亿价值）</a:t>
            </a:r>
          </a:p>
          <a:p>
            <a:pPr lvl="1">
              <a:spcAft>
                <a:spcPts val="600"/>
              </a:spcAft>
              <a:defRPr sz="1600"/>
            </a:pPr>
            <a:r>
              <a:t>• AI辅助诊断：覆盖500+疾病，95%准确率</a:t>
            </a:r>
          </a:p>
          <a:p>
            <a:pPr lvl="1">
              <a:spcAft>
                <a:spcPts val="600"/>
              </a:spcAft>
              <a:defRPr sz="1600"/>
            </a:pPr>
            <a:r>
              <a:t>• 药物研发：周期10年→3-5年，成功率+50%</a:t>
            </a:r>
          </a:p>
          <a:p>
            <a:pPr lvl="1">
              <a:spcAft>
                <a:spcPts val="600"/>
              </a:spcAft>
              <a:defRPr sz="1600"/>
            </a:pPr>
            <a:r>
              <a:t>• 个性化治疗：基于基因组精准医疗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人形机器人商业化案例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🤖 最新进展：克罗地亚机器人"通卡"</a:t>
            </a:r>
          </a:p>
          <a:p>
            <a:pPr lvl="1">
              <a:spcAft>
                <a:spcPts val="600"/>
              </a:spcAft>
              <a:defRPr sz="1600"/>
            </a:pPr>
            <a:r>
              <a:t>• 亮相时间：2026年2月</a:t>
            </a:r>
          </a:p>
          <a:p>
            <a:pPr lvl="1">
              <a:spcAft>
                <a:spcPts val="600"/>
              </a:spcAft>
              <a:defRPr sz="1600"/>
            </a:pPr>
            <a:r>
              <a:t>• 技术基础：中国宇树科技G1平台</a:t>
            </a:r>
          </a:p>
          <a:p>
            <a:pPr lvl="1">
              <a:spcAft>
                <a:spcPts val="600"/>
              </a:spcAft>
              <a:defRPr sz="1600"/>
            </a:pPr>
            <a:r>
              <a:t>• 能力展示：流畅舞姿和功夫动作</a:t>
            </a:r>
          </a:p>
          <a:p>
            <a:pPr lvl="1">
              <a:spcAft>
                <a:spcPts val="600"/>
              </a:spcAft>
              <a:defRPr sz="1600"/>
            </a:pPr>
            <a:r>
              <a:t>• 国际合作：中克技术合作典范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📈 2026年市场前景</a:t>
            </a:r>
          </a:p>
          <a:p>
            <a:pPr lvl="1">
              <a:spcAft>
                <a:spcPts val="600"/>
              </a:spcAft>
              <a:defRPr sz="1600"/>
            </a:pPr>
            <a:r>
              <a:t>• 服务机器人：亿市场（家庭、酒店、零售）</a:t>
            </a:r>
          </a:p>
          <a:p>
            <a:pPr lvl="1">
              <a:spcAft>
                <a:spcPts val="600"/>
              </a:spcAft>
              <a:defRPr sz="1600"/>
            </a:pPr>
            <a:r>
              <a:t>• 工业机器人：亿市场（装配、搬运、检测）</a:t>
            </a:r>
          </a:p>
          <a:p>
            <a:pPr lvl="1">
              <a:spcAft>
                <a:spcPts val="600"/>
              </a:spcAft>
              <a:defRPr sz="1600"/>
            </a:pPr>
            <a:r>
              <a:t>• 特种机器人：亿市场（医疗、救援、太空）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AI+能源创新实践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⚡ 深度案例：国家能源集团"AI守岁"</a:t>
            </a:r>
          </a:p>
          <a:p>
            <a:pPr lvl="1">
              <a:spcAft>
                <a:spcPts val="600"/>
              </a:spcAft>
              <a:defRPr sz="1600"/>
            </a:pPr>
            <a:r>
              <a:t>• 项目规模：覆盖4万台发电机组</a:t>
            </a:r>
          </a:p>
          <a:p>
            <a:pPr lvl="1">
              <a:spcAft>
                <a:spcPts val="600"/>
              </a:spcAft>
              <a:defRPr sz="1600"/>
            </a:pPr>
            <a:r>
              <a:t>• 技术架构：大模型+时序模型融合</a:t>
            </a:r>
          </a:p>
          <a:p>
            <a:pPr lvl="1">
              <a:spcAft>
                <a:spcPts val="600"/>
              </a:spcAft>
              <a:defRPr sz="1600"/>
            </a:pPr>
            <a:r>
              <a:t>• 数据基础：2500+标准，1000+案例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📊 量化经济效益</a:t>
            </a:r>
          </a:p>
          <a:p>
            <a:pPr lvl="1">
              <a:spcAft>
                <a:spcPts val="600"/>
              </a:spcAft>
              <a:defRPr sz="1600"/>
            </a:pPr>
            <a:r>
              <a:t>• 智能配煤：供电煤耗降低1.5-2.0g/kWh</a:t>
            </a:r>
          </a:p>
          <a:p>
            <a:pPr lvl="1">
              <a:spcAft>
                <a:spcPts val="600"/>
              </a:spcAft>
              <a:defRPr sz="1600"/>
            </a:pPr>
            <a:r>
              <a:t>• 成本节约：年节省燃料成本超千万元/电厂</a:t>
            </a:r>
          </a:p>
          <a:p>
            <a:pPr lvl="1">
              <a:spcAft>
                <a:spcPts val="600"/>
              </a:spcAft>
              <a:defRPr sz="1600"/>
            </a:pPr>
            <a:r>
              <a:t>• 故障预警：非计划停运减少30-40%</a:t>
            </a:r>
          </a:p>
          <a:p>
            <a:pPr lvl="1">
              <a:spcAft>
                <a:spcPts val="600"/>
              </a:spcAft>
              <a:defRPr sz="1600"/>
            </a:pPr>
            <a:r>
              <a:t>• 环保效益：污染物100%达标排放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中国AI发展特色优势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🇨🇳 四大核心竞争优势</a:t>
            </a:r>
          </a:p>
          <a:p>
            <a:pPr lvl="1">
              <a:spcAft>
                <a:spcPts val="600"/>
              </a:spcAft>
              <a:defRPr sz="1600"/>
            </a:pPr>
            <a:r>
              <a:t>1. 应用场景丰富多元</a:t>
            </a:r>
          </a:p>
          <a:p>
            <a:pPr>
              <a:spcAft>
                <a:spcPts val="600"/>
              </a:spcAft>
              <a:defRPr sz="1800"/>
            </a:pPr>
            <a:r>
              <a:t>   • 制造业数字化转型需求迫切</a:t>
            </a:r>
          </a:p>
          <a:p>
            <a:pPr>
              <a:spcAft>
                <a:spcPts val="600"/>
              </a:spcAft>
              <a:defRPr sz="1800"/>
            </a:pPr>
            <a:r>
              <a:t>   • 互联网场景全球最复杂</a:t>
            </a:r>
          </a:p>
          <a:p>
            <a:pPr>
              <a:spcAft>
                <a:spcPts val="600"/>
              </a:spcAft>
              <a:defRPr sz="1800"/>
            </a:pPr>
            <a:r>
              <a:t>   • 政府推动新基建与智慧城市</a:t>
            </a:r>
          </a:p>
          <a:p/>
          <a:p>
            <a:pPr lvl="1">
              <a:spcAft>
                <a:spcPts val="600"/>
              </a:spcAft>
              <a:defRPr sz="1600"/>
            </a:pPr>
            <a:r>
              <a:t>2. 数据资源规模巨大</a:t>
            </a:r>
          </a:p>
          <a:p>
            <a:pPr>
              <a:spcAft>
                <a:spcPts val="600"/>
              </a:spcAft>
              <a:defRPr sz="1800"/>
            </a:pPr>
            <a:r>
              <a:t>   • 14亿用户海量数据</a:t>
            </a:r>
          </a:p>
          <a:p>
            <a:pPr>
              <a:spcAft>
                <a:spcPts val="600"/>
              </a:spcAft>
              <a:defRPr sz="1800"/>
            </a:pPr>
            <a:r>
              <a:t>   • 工业互联网数据快速积累</a:t>
            </a:r>
          </a:p>
          <a:p>
            <a:pPr>
              <a:spcAft>
                <a:spcPts val="600"/>
              </a:spcAft>
              <a:defRPr sz="1800"/>
            </a:pPr>
            <a:r>
              <a:t>   • 政府数据开放程度提升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风险挑战与应对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⚠️ 技术层面风险</a:t>
            </a:r>
          </a:p>
          <a:p>
            <a:pPr lvl="1">
              <a:spcAft>
                <a:spcPts val="600"/>
              </a:spcAft>
              <a:defRPr sz="1600"/>
            </a:pPr>
            <a:r>
              <a:t>• 算法偏见与公平性问题</a:t>
            </a:r>
          </a:p>
          <a:p>
            <a:pPr lvl="1">
              <a:spcAft>
                <a:spcPts val="600"/>
              </a:spcAft>
              <a:defRPr sz="1600"/>
            </a:pPr>
            <a:r>
              <a:t>• 数据隐私与安全挑战</a:t>
            </a:r>
          </a:p>
          <a:p>
            <a:pPr lvl="1">
              <a:spcAft>
                <a:spcPts val="600"/>
              </a:spcAft>
              <a:defRPr sz="1600"/>
            </a:pPr>
            <a:r>
              <a:t>• 模型可解释性不足</a:t>
            </a:r>
          </a:p>
          <a:p>
            <a:pPr lvl="1">
              <a:spcAft>
                <a:spcPts val="600"/>
              </a:spcAft>
              <a:defRPr sz="1600"/>
            </a:pPr>
            <a:r>
              <a:t>• 技术依赖与供应链风险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📜 伦理与监管挑战</a:t>
            </a:r>
          </a:p>
          <a:p>
            <a:pPr lvl="1">
              <a:spcAft>
                <a:spcPts val="600"/>
              </a:spcAft>
              <a:defRPr sz="1600"/>
            </a:pPr>
            <a:r>
              <a:t>• 全球监管框架不统一</a:t>
            </a:r>
          </a:p>
          <a:p>
            <a:pPr lvl="1">
              <a:spcAft>
                <a:spcPts val="600"/>
              </a:spcAft>
              <a:defRPr sz="1600"/>
            </a:pPr>
            <a:r>
              <a:t>• 就业冲击与社会影响</a:t>
            </a:r>
          </a:p>
          <a:p>
            <a:pPr lvl="1">
              <a:spcAft>
                <a:spcPts val="600"/>
              </a:spcAft>
              <a:defRPr sz="1600"/>
            </a:pPr>
            <a:r>
              <a:t>• 军事化应用伦理争议</a:t>
            </a:r>
          </a:p>
          <a:p>
            <a:pPr lvl="1">
              <a:spcAft>
                <a:spcPts val="600"/>
              </a:spcAft>
              <a:defRPr sz="1600"/>
            </a:pPr>
            <a:r>
              <a:t>• 知识产权保护难题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2026年十大关键预测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🔮 2026年AI发展十大预测</a:t>
            </a:r>
          </a:p>
          <a:p>
            <a:pPr lvl="1">
              <a:spcAft>
                <a:spcPts val="600"/>
              </a:spcAft>
              <a:defRPr sz="1600"/>
            </a:pPr>
            <a:r>
              <a:t>1. 人形机器人进入家庭，全球销量超100万台</a:t>
            </a:r>
          </a:p>
          <a:p>
            <a:pPr lvl="1">
              <a:spcAft>
                <a:spcPts val="600"/>
              </a:spcAft>
              <a:defRPr sz="1600"/>
            </a:pPr>
            <a:r>
              <a:t>2. AI在制造业渗透率超45%，创造.1万亿价值</a:t>
            </a:r>
          </a:p>
          <a:p>
            <a:pPr lvl="1">
              <a:spcAft>
                <a:spcPts val="600"/>
              </a:spcAft>
              <a:defRPr sz="1600"/>
            </a:pPr>
            <a:r>
              <a:t>3. 边缘AI芯片出货15亿，智能设备成为标配</a:t>
            </a:r>
          </a:p>
          <a:p>
            <a:pPr lvl="1">
              <a:spcAft>
                <a:spcPts val="600"/>
              </a:spcAft>
              <a:defRPr sz="1600"/>
            </a:pPr>
            <a:r>
              <a:t>4. 大模型推理成本降低70%，实时交互普及</a:t>
            </a:r>
          </a:p>
          <a:p>
            <a:pPr lvl="1">
              <a:spcAft>
                <a:spcPts val="600"/>
              </a:spcAft>
              <a:defRPr sz="1600"/>
            </a:pPr>
            <a:r>
              <a:t>5. AI辅助药物研发成功率提升50%</a:t>
            </a:r>
          </a:p>
          <a:p>
            <a:pPr lvl="1">
              <a:spcAft>
                <a:spcPts val="600"/>
              </a:spcAft>
              <a:defRPr sz="1600"/>
            </a:pPr>
            <a:r>
              <a:t>6. 中国贡献全球40%AI专利，应用层领先</a:t>
            </a:r>
          </a:p>
          <a:p>
            <a:pPr lvl="1">
              <a:spcAft>
                <a:spcPts val="600"/>
              </a:spcAft>
              <a:defRPr sz="1600"/>
            </a:pPr>
            <a:r>
              <a:t>7. AI生成内容占互联网流量30%</a:t>
            </a:r>
          </a:p>
          <a:p>
            <a:pPr lvl="1">
              <a:spcAft>
                <a:spcPts val="600"/>
              </a:spcAft>
              <a:defRPr sz="1600"/>
            </a:pPr>
            <a:r>
              <a:t>8. 自动驾驶L4级在特定场景商业化</a:t>
            </a:r>
          </a:p>
          <a:p>
            <a:pPr lvl="1">
              <a:spcAft>
                <a:spcPts val="600"/>
              </a:spcAft>
              <a:defRPr sz="1600"/>
            </a:pPr>
            <a:r>
              <a:t>9. AI伦理法规在主要经济体落地</a:t>
            </a:r>
          </a:p>
          <a:p>
            <a:pPr lvl="1">
              <a:spcAft>
                <a:spcPts val="600"/>
              </a:spcAft>
              <a:defRPr sz="1600"/>
            </a:pPr>
            <a:r>
              <a:t>10. 量子计算与AI结合取得突破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战略建议与总结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🎯 对企业决策者建议</a:t>
            </a:r>
          </a:p>
          <a:p>
            <a:pPr lvl="1">
              <a:spcAft>
                <a:spcPts val="600"/>
              </a:spcAft>
              <a:defRPr sz="1600"/>
            </a:pPr>
            <a:r>
              <a:t>• 制定AI转型路线图，分阶段实施</a:t>
            </a:r>
          </a:p>
          <a:p>
            <a:pPr lvl="1">
              <a:spcAft>
                <a:spcPts val="600"/>
              </a:spcAft>
              <a:defRPr sz="1600"/>
            </a:pPr>
            <a:r>
              <a:t>• 建立数据治理体系，确保数据质量</a:t>
            </a:r>
          </a:p>
          <a:p>
            <a:pPr lvl="1">
              <a:spcAft>
                <a:spcPts val="600"/>
              </a:spcAft>
              <a:defRPr sz="1600"/>
            </a:pPr>
            <a:r>
              <a:t>• 投资AI人才培养与团队建设</a:t>
            </a:r>
          </a:p>
          <a:p>
            <a:pPr lvl="1">
              <a:spcAft>
                <a:spcPts val="600"/>
              </a:spcAft>
              <a:defRPr sz="1600"/>
            </a:pPr>
            <a:r>
              <a:t>• 探索AI+业务创新模式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💎 核心总结</a:t>
            </a:r>
          </a:p>
          <a:p>
            <a:pPr>
              <a:spcAft>
                <a:spcPts val="600"/>
              </a:spcAft>
              <a:defRPr sz="1800"/>
            </a:pPr>
            <a:r>
              <a:t>AI正从"技术驱动"转向"价值创造"关键阶段</a:t>
            </a:r>
          </a:p>
          <a:p>
            <a:pPr>
              <a:spcAft>
                <a:spcPts val="600"/>
              </a:spcAft>
              <a:defRPr sz="1800"/>
            </a:pPr>
            <a:r>
              <a:t>2026年将是AI规模化应用与产业深度融合元年</a:t>
            </a:r>
          </a:p>
          <a:p>
            <a:pPr>
              <a:spcAft>
                <a:spcPts val="600"/>
              </a:spcAft>
              <a:defRPr sz="1800"/>
            </a:pPr>
            <a:r>
              <a:t>机遇与挑战并存，创新与责任共担</a:t>
            </a:r>
          </a:p>
          <a:p/>
          <a:p>
            <a:pPr>
              <a:spcAft>
                <a:spcPts val="600"/>
              </a:spcAft>
              <a:defRPr sz="1800"/>
            </a:pPr>
            <a:r>
              <a:t>🚀 让我们共同迎接智能新时代！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