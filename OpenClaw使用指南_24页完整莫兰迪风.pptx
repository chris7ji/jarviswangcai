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  <a:defRPr sz="4000" b="1">
                <a:solidFill>
                  <a:srgbClr val="A58169"/>
                </a:solidFill>
                <a:latin typeface="Microsoft YaHei"/>
              </a:defRPr>
            </a:pPr>
            <a:r>
              <a:t>OpenClaw 使用指南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lnSpc>
                <a:spcPct val="150000"/>
              </a:lnSpc>
              <a:defRPr sz="2400" b="0">
                <a:solidFill>
                  <a:srgbClr val="6F7A61"/>
                </a:solidFill>
                <a:latin typeface="Microsoft YaHei"/>
              </a:defRPr>
            </a:pPr>
            <a:r>
              <a:t>打造你的AI智能助理</a:t>
            </a:r>
          </a:p>
          <a:p>
            <a:pPr algn="ctr">
              <a:lnSpc>
                <a:spcPct val="150000"/>
              </a:lnSpc>
              <a:defRPr sz="2400" b="0">
                <a:solidFill>
                  <a:srgbClr val="6F7A61"/>
                </a:solidFill>
                <a:latin typeface="Microsoft YaHei"/>
              </a:defRPr>
            </a:pPr>
            <a:r>
              <a:t>季英国</a:t>
            </a:r>
          </a:p>
          <a:p>
            <a:pPr algn="ctr">
              <a:lnSpc>
                <a:spcPct val="150000"/>
              </a:lnSpc>
              <a:defRPr sz="2400" b="0">
                <a:solidFill>
                  <a:srgbClr val="6F7A61"/>
                </a:solidFill>
                <a:latin typeface="Microsoft YaHei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关于课程目标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**今天你将学到**: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OpenClaw核心概念与架构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完整部署流程与最佳实践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记忆系统与Skills深度应用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- 6个真实案例演示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什么是OpenClaw？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**定义**: OpenClaw是一个AI智能体平台，让AI从"聊天"进化到"执行"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**核心区别**: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ChatGPT/Claude：问答对话，知识回答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OpenClaw：任务执行，操作外部系统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**一句话总结**: OpenClaw = 大模型大脑 + Skills手脚 + 记忆系统 + 多平台接入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OpenClaw 核心架构详解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**三层架构**: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Gateway（网关层）：消息路由、多平台接入、本地运行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Agent（智能体层）：总指挥+8个专业Agent、模型管理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Skills（技能层）：5400+精选技能、声明式配置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**类比理解**: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大脑 = 大语言模型（理解推理）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神经系统 = Gateway（信息传递）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手脚 = Skills（执行操作）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记忆 = Memory系统（经验积累）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为什么选择OpenClaw？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**5大核心优势**: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完全开源：GitHub 297k+ Stars，代码透明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本地部署：数据不出本地，隐私安全可控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多平台支持：20+消息渠道，微信钉钉飞书等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4. 主动执行：定时任务、自动监控，真正解放双手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5. 生态丰富：13,729+注册技能，5,490+精选技能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一键式安装与核心配置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**系统要求**: macOS 12+ / Linux / Windows 10+ (WSL2) | Node.js 18+ | RAM 4GB+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**一键安装命令**: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```bash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Step 1: 安装Node.js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brew install node@20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Step 2: 安装OpenClaw CLI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npm install -g openclaw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Step 3: 初始化并启动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openclaw init &amp;&amp; openclaw gateway start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Step 4: 配置大模型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openclaw configure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Step 5: 验证安装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openclaw status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**安装后必装Skills（6个核心）**: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**Clawsec** - 安全防护：安装前自动安全扫描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**Tavily Search** - AI实时搜索：每月1000次免费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**Multi Search Engine** - 多引擎聚合：17个搜索引擎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4. **Self-Improving Agent** - 自我进化：自动记录错误和经验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5. **Proactive Agent** - 主动服务：心跳机制，主动提醒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6. **GitHub** - 代码管理：自然语言操作GitHub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安装验证与网络标准化注意事项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**验证安装**: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`openclaw --version` - 查看版本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`openclaw gateway status` - 检查网关状态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`openclaw gateway restart` - 网关重启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`openclaw models list` - 网关模型配置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**网络标准化配置**: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```bash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npm使用国内镜像（推荐）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npm config set registry https://registry.npmmirror.com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 或者使用淘宝镜像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npm config set registry https://registry.npm.taobao.org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**常见问题排查**: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问题 | 原因 | 解决方案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|-----|------|---------|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npm安装失败 | 网络/镜像问题 | 切换国内镜像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Gateway启动失败 | 端口占用 | 检查18789端口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API Key错误 | 配置问题 | 重新启动`openclaw gateway restart`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技能安装失败 | 网络限制 | 手动安装或换网络 |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**安全建议**: 使用Clawsec扫描所有技能，三档评级（Safe/Caution/Unsafe）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---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 第二部分：记忆系统与Skills深度应用（10页）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章节分隔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**第二部分**: 记忆系统与Skills深度应用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**核心问题**: 如何让AI记住你、理解你、持续进化？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记忆系统架构全景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**为什么需要记忆系统？**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大模型每次对话都是"全新的"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无法跨会话保持上下文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无法积累经验和偏好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**三层记忆体系**: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会话级记忆：当前对话，临时数据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项目级记忆：持久化存储，核心配置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技能级记忆：技能配置，行为规则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**核心记忆文件（7个）**: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**SOUL.md** - 身份定义：我是谁、核心原则、性格特点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**MEMORY.md** - 核心记忆：核心决策、定时任务、技术配置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**AGENTS.md** - Agent配置：8个Agent职责、任务派发规则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**USER.md** - 用户画像：老板信息、技术兴趣、工作习惯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**TOOLS.md** - 工具配置：邮箱配置、API密钥、常用路径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**LEARNINGS.md** - 成功经验、最佳实践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**ERRORS.md** - 错误记录、故障排查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Skills深度应用 - 信息获取类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**Tavily Search 高级用法**: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基础搜索：`search.sh "关键词"`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深度搜索：`search.sh "关键词" advanced 10`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时间过滤：搜索最近7天内容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**默认使用Tavily**（Boss偏好），不使用Brave（无API密钥）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**Multi Search Engine 高级用法**: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站内搜索：`site:zhihu.com`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文件类型：`filetype:pdf`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多引擎对比：中文/英文/技术内容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Skills深度应用 - 自我进化与办公类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**Self-Improving Agent**: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启用Hook自动记录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手动记录学习（纠正/错误/新方法）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自动检索历史记录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**Proactive Agent**: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心跳机制：每15分钟自动唤醒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任务监控：持续跟踪进行中任务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主动提醒：不用问，主动推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**GitHub Skill 实战**: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搜索仓库：`gh search repos`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管理Issues：`gh issue list`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PR审查：`gh pr view`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记忆系统维护策略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**每周回顾（周日）**: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检查新增学习记录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识别重复模式（3次以上）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提取核心学习点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如记录&gt;10条，执行归档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**每月归档（月末）**: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归档到archive/monthly/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生成月度摘要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清理活跃记录（≤10条）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**每季审查（季末）**: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审查MEMORY.md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更新AGENTS.md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季度总结归档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记忆检索优化实战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**问题**: Memory Search太慢（300秒超时）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**解决方案**: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禁用慢速功能：`memory_search.enabled = false`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关键词索引系统（INDEX.md）：快速定位信息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分类存储学习记录：`by-topic/email.md、cron.md等`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**优化效果**: 5-300秒 → &lt;1秒（300倍提升）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**预加载核心文件**: SOUL.md、MEMORY.md、INDEX.md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故障排查与调试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**常见问题诊断**: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**响应慢**: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检查模型响应时间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禁用慢速功能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**技能失效**: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`clawhub list` 检查状态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查看技能日志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**记忆丢失**: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检查记忆文件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验证文件内容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**系统化排查流程**: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**收集信息**: `openclaw --version`, `openclaw status`, 查看日志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**定位问题**: 网络连接测试、API Key验证、技能测试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**解决问题**: 重启Gateway、重新配置、更新到最新版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---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 第三部分：实战案例深度解析（11页）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章节分隔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**第三部分**: 实战案例深度解析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**核心理念**: 学以致用，实战为王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案例1 - 定时任务自动化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**场景**: 每天早上自动获取AI新闻并发送邮件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**工作流程**: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06:00 OpenClaw新闻 → 06:30 AI新闻 → 07:00 健康科研 → 07:30 华为昇腾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↓                    ↓                    ↓                    ↓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Tavily搜索         Tavily搜索          权威期刊搜索        官方渠道搜索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↓                    ↓                    ↓                    ↓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整理Markdown       整理Markdown        整理报告            整理报告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↓                    ↓                    ↓                    ↓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生成HTML           生成HTML            生成报告            生成报告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↓                    ↓                    ↓                    ↓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发送邮件           发送邮件            发送邮件            发送邮件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↓                    ↓                    ↓                    ↓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飞书通知           飞书通知            飞书通知            飞书通知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**实际运行数据**: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已稳定运行3个月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成功率99.5%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平均耗时3分52秒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案例2 - 邮件自动化系统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**场景**: 多场景自动邮件发送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**邮件发送矩阵**: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任务 | 时间 | 收件人 | 状态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|-----|------|--------|------|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OpenClaw新闻 | 06:00 | QQ+华为邮箱 | ✅ 正常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AI新闻 | 06:30 | QQ+华为邮箱 | ✅ 正常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健康科研 | 07:00 | QQ+华为邮箱 | ✅ 正常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华为昇腾 | 07:30 | QQ+华为邮箱+飞书 | ✅ 新增 |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**技术架构**: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统一邮件脚本：`send_combined_email.py`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SMTP配置：QQ邮箱授权码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多收件人支持：QQ邮箱 + 华为邮箱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案例3 - 语音交互系统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**场景**: 语音输入 + 语音回复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**技术栈**: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TTS引擎：Azure TTS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音色：zh-CN-XiaoyiNeural（年轻女声，活泼）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语速：+30%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输出：MP3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**使用场景**: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新闻播报、消息提醒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内容朗读、多语言支持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**流程**: 文本 → Azure TTS → MP3 → 飞书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案例4 - 智能内容生成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**场景**: 自动撰写各类报告和文章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**内容生成矩阵**: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内容类型 | 耗时 | 质量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|---------|------|------|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AI新闻摘要 | 5分钟 | ⭐⭐⭐⭐⭐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竞品分析报告 | 10分钟 | ⭐⭐⭐⭐⭐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技术博客 | 15分钟 | ⭐⭐⭐⭐ |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| 微信公众号 | 20分钟 | ⭐⭐⭐⭐ |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**实际案例**: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伊朗战争局势分析（3分钟）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OpenClaw技能总结（5分钟）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案例5 - Agent团队协作与公众号文章生成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**场景**: 复杂任务的多Agent协作执行 + 一键生成公众号文章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**Agent团队架构**: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**总指挥(main)**: 任务识别与分发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**笔杆子(creator)**: 内容创作与编辑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**参谋(canmou)**: 深度研究与分析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**进化官(jinhua)**: 代码开发与优化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**交易官(jiaoyi)**: 股票监控与分析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**社区官(shequ)**: 社区运营与管理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**公众号文章生成流程**: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老板提出需求（主题、字数、风格）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参谋Agent深度调研（3分29秒）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笔杆子Agent撰写文章（50秒）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4. 尝试API自动发布（遇到限制）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5. 生成手工发布辅助工具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**成果**: 调研报告 + 2800字文章 + 发布辅助工具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**总耗时**: 4分19秒（传统方式需数小时）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**技术亮点**: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多Agent协作：参谋（左脑）+ 笔杆子（右脑）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错误处理：API失败→第三方工具→手工辅助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格式优化：Markdown → 微信友好格式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高级技巧 - 性能优化与安全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**性能优化**: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禁用慢速功能：`memory_search.enabled = false`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关键词索引系统（INDEX.md）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预加载核心文件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**优化效果**: 5-300秒 → &lt;1秒（300倍提升）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**本地优先架构优势**: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**数据安全**: 数据不出本地、不依赖云端、可完全离线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**隐私保护**: 聊天记录本地存储、API Key本地加密、自主控制数据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**安全配置**: 文件权限、环境变量、定期备份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高级技巧 - 扩展与定制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**自定义Agent**: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配置专属Agent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指定模型和Skills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**自定义Skill开发**: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创建Skill目录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编写SKILL.md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编写执行脚本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发布到ClawHub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**集成外部服务**: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企业微信、钉钉、Slack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**Skill目录结构**: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my-skill/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├── SKILL.md          # 技能说明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├── scripts/          # 可执行脚本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├── assets/           # 资源文件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└── _meta.json        # 元数据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价值总结与最佳实践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**OpenClaw核心价值**: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**效率提升**: 自动化任务，效率提升10倍+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**成本降低**: 开源免费，本地部署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**能力扩展**: 5400+技能生态，持续进化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**最佳实践**: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✓ **DO**: 定期备份、记录经验、使用版本控制、启用Self-Improving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✗ **DON'T**: 硬编码敏感信息、忽视安全扫描、忽略学习记录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**成功秘诀**: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从简单任务开始，逐步自动化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建立记忆系统，持续优化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多Agent协作，分工明确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4. 定期回顾，提取模式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6F7A61"/>
                </a:solidFill>
                <a:latin typeface="Microsoft YaHei"/>
              </a:defRPr>
            </a:pPr>
            <a:r>
              <a:t>Q&amp;A与资源推荐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**常见问题**: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Q: OpenClaw适合什么人群？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A: 开发者、产品经理、运营人员、任何想提升效率的人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Q: 学习曲线如何？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A: 基础使用30分钟上手，深度定制需要1-2周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Q: 与ChatGPT的关系？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A: 互补关系。ChatGPT适合问答，OpenClaw适合执行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**资源推荐**: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GitHub: https://github.com/openclaw/openclaw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官方文档: https://docs.openclaw.ai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ClawHub技能市场: https://clawhub.com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---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 附录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### 演讲时间分配（总计60分钟）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第一部分：10分钟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第二部分：15分钟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第三部分：30分钟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Q&amp;A：5分钟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### 核心数据汇总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GitHub Stars: 297,000+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技能数量: 13,729+（注册表）/ 5,490+（精选）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支持平台: 20+ 消息渠道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首次发布: 2025年11月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案例6耗时: 4分19秒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### 金句汇总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1. "AI不是要取代人，而是要取代那些让人烦死的工作。"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2. "未来已来，只是分布不均。"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3. "那些愿意拥抱变化的人，总是走在前面。"</a:t>
            </a:r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---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**PPT文件**: OpenClaw使用指南_24页优化版.pptx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**总页数**: 24页（原35页优化精简）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**更新日期**: 2026-03-11</a:t>
            </a:r>
          </a:p>
          <a:p>
            <a:pPr algn="l">
              <a:lnSpc>
                <a:spcPct val="150000"/>
              </a:lnSpc>
              <a:defRPr sz="1800" b="1">
                <a:solidFill>
                  <a:srgbClr val="A58169"/>
                </a:solidFill>
                <a:latin typeface="Microsoft YaHei"/>
              </a:defRPr>
            </a:pPr>
            <a:r>
              <a:t>**优化说明**: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合并第6、7、10页为一键式安装与注意事项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合并第8、9页并前移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删除原第19页（Skills开发入门）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合并第27、28页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删除原第30页（性能优化重复）</a:t>
            </a:r>
          </a:p>
          <a:p>
            <a:pPr lvl="1"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Microsoft YaHei"/>
              </a:defRPr>
            </a:pPr>
            <a:r>
              <a:t>- 重新整理第31-34页为3页（安全、扩展、总结）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